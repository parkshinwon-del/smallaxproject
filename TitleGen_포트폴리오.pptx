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286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TitleGen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3단계 호출로 만드는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제목 자동생성 서비스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pPr indent="0" marL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레이어드 모놀리스  ·  TDD  ·  Claude API 연동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박신원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마케팅 초보자가 짧은 시간 안에 좋은 제목을 만들 수 있도록,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API를 단계적으로 활용하는 웹 서비스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06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최대 5회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호출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3649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3회 + 피드백 2회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0360" y="24688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2606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3분 이내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17520" y="3108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시간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3649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1→3 완료 목표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24688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9240" y="2606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단일 스레드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49240" y="3108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33649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배열 누적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워크플로우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2075688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773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24328" y="4937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6"/>
                </a:solidFill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52928" y="4709160"/>
            <a:ext cx="2075688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962656" y="4773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44368" y="50292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분석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28616" y="4937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6"/>
                </a:solidFill>
              </a:rPr>
              <a:t>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57216" y="4709160"/>
            <a:ext cx="2075688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266944" y="4773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48656" y="50292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생성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32904" y="4937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6"/>
                </a:solidFill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61504" y="4709160"/>
            <a:ext cx="2075688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7571232" y="4773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52944" y="50292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537192" y="4937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6"/>
                </a:solidFill>
              </a:rPr>
              <a:t>&gt;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65792" y="4709160"/>
            <a:ext cx="2075688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0" y="4773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857232" y="5029200"/>
            <a:ext cx="189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루프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818120" y="1371600"/>
            <a:ext cx="3794760" cy="2743200"/>
          </a:xfrm>
          <a:prstGeom prst="rect">
            <a:avLst>
              <a:gd name="adj" fmla="val 2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4672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가치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46720" y="19659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흐름 — 수집→분석→생성→차별화→피드백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— 상품명 앞배치·15자 미만·SNS 어조 자동 적용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연결 — 네이버 데이터랩 쇼핑인사이트 연동 유도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플로우 — 입력 · 처리 · 출력 · DB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8408" y="16916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647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콘텐츠·상품명·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입력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78408" y="14356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10128" y="19659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02736" y="16916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75888" y="17647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분석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#1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02736" y="14356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34456" y="19659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7064" y="1691640"/>
            <a:ext cx="2331720" cy="914400"/>
          </a:xfrm>
          <a:prstGeom prst="ellipse">
            <a:avLst/>
          </a:prstGeom>
          <a:solidFill>
            <a:srgbClr val="F4A3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7647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27064" y="14356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58784" y="19659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51392" y="16916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9E7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24544" y="17647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보고서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51392" y="14356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932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6"/>
                </a:solidFill>
              </a:rPr>
              <a:t>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8408" y="3063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31363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생성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#2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8408" y="28072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33375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02736" y="3063240"/>
            <a:ext cx="2331720" cy="914400"/>
          </a:xfrm>
          <a:prstGeom prst="ellipse">
            <a:avLst/>
          </a:prstGeom>
          <a:solidFill>
            <a:srgbClr val="F4A3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75888" y="31363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02736" y="28072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34456" y="33375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27064" y="3063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0216" y="31363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#3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27064" y="28072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58784" y="33375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851392" y="3063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D9E7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24544" y="3136392"/>
            <a:ext cx="21854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 제목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51392" y="28072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루프 (최대 2회)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663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378AD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471830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468880" y="4937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743200" y="4663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88920" y="471830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#4~5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0" y="4937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6"/>
                </a:solidFill>
              </a:rPr>
              <a:t>&gt;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937760" y="4663440"/>
            <a:ext cx="1920240" cy="868680"/>
          </a:xfrm>
          <a:prstGeom prst="ellipse">
            <a:avLst/>
          </a:prstGeom>
          <a:solidFill>
            <a:srgbClr val="9AA0A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83480" y="471830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수정?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(분기)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49440" y="4526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(2회 미만)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52360" y="5029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09560" y="46634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D9E7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909560" y="4718304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완성!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" y="56509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5733288"/>
            <a:ext cx="10607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범례   </a:t>
            </a:r>
            <a:pPr indent="0" marL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입력(파랑) · 처리(남색) · 데이터(주황) · 출력(초록) · 분기(회색)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77240" y="597103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모델이 입력·출력 검증을 전담 — 분기 로직을 코드로 짜지 않고 타입 시스템에 위임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화면설계서 — Screen 1~3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01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텍스트 (textarea, 세션 보존)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상품명 / 타겟 (단일 라인)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데이터랩 안내 + 새 탭 링크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핵심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983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프롬프트 비공개, 잠금 칩으로만 표시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146304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7373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01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· 생성 · 차별화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시작 → POST /api/analyze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생성 → POST /api/generate-title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 → POST /api/differentiate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핵심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4983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컨텍스트 — 이전 응답이 다음 호출에 포함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03920" y="146304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78240" y="17373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1801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15400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&amp; 완료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23960" y="27432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입력 → POST /api/refine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카운터 (최대 2회)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단일 선택 → 완료 배너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2396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핵심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4983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loop_count≥2 시 재생성 버튼 비활성화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레이어드 모놀리스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클릭 → 라우터 → 서비스 레이어 → Claude API, 책임이 계층별로 분리됨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96596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2039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23500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앱 생성 · 라우터 등록 · lifespan에서 환경변수 검증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0" y="2788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6"/>
                </a:solidFill>
              </a:rPr>
              <a:t>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01752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3090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routers/generate.py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340156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엔드포인트 — 검증 → 호출 → 에러 변환만 담당 (로직 없음)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0" y="3840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6"/>
                </a:solidFill>
              </a:rPr>
              <a:t>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880" y="4142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services/claude_service.py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44531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_call_api() — messages 배열 누적, Claude API 실제 호출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6"/>
                </a:solidFill>
              </a:rPr>
              <a:t>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512064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1D9E7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25880" y="51937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services/prompt_service.py  +  session_store.py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550468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프롬프트 상수 조합  /  세션·루프 카운트 (MAX_LOOP=2)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6217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라우터 패턴 — 같은 틀의 반복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3246120"/>
          </a:xfrm>
          <a:prstGeom prst="roundRect">
            <a:avLst>
              <a:gd name="adj" fmla="val 2254"/>
            </a:avLst>
          </a:prstGeom>
          <a:solidFill>
            <a:srgbClr val="1017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6217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@router.post("/analyze", response_model=AnalyzeResponse)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analyze(req: AnalyzeRequest):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 = session_store.create_session()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report = claude_service.analyze(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sid, req.product_name, req.content, req.target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ClaudeAPIError as e: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HTTPException(status_code=502, detail=str(e))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AnalyzeResponse(session_id=sid, report_text=report)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0" y="1600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→ 호출 → 에러 변환 → 응답</a:t>
            </a:r>
            <a:endParaRPr lang="en-US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C2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/ generate-title / differentiate 3개 엔드포인트가 거의 동일한 구조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2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ClaudeAPIError → HTTP 502 (외부 서버 책임)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2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LoopLimitError → HTTP 400 (사용자 요청 문제)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9834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의도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41324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라우터는 "창구" 역할만 하고, 실제 비즈니스 로직(Claude 호출·세션 관리·프롬프트 조합)은 services/ 레이어에 위임. 같은 패턴을 4번 반복하지만 책임 분리로 테스트와 유지보수가 쉬워짐.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LOOP LIMIT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세션 관리 &amp; 피드백 루프 제한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27432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SessionStore: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self._history: dict[str, list] = {}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self._loop_count: dict[str, int] = {}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increment_loop(self, session_id: str) -&gt; None: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self._loop_count[session_id] &gt;= MAX_LOOP: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LoopLimitError("피드백 최대 횟수 초과")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self._loop_count[session_id] +=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0" y="146304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95160" y="1627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MAX_LOOP =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210312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라우터가 횟수를 세지 않음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SessionStore가 단독으로 카운트 소유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초과 시 LoopLimitError → HTTP 400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엔드포인트에서도 동일 룰 재사용 가능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 = 인메모리 dict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재시작 시 전체 초기화 — DB 없이 1인 사용 규모에 맞는 가장 단순한 구조 (SRS 제약: 영구 저장 불필요)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6509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 포인트 — 비즈니스 룰(루프 제한)을 라우터가 아닌 서비스 레이어에 가둬서, 검증 로직 중복 없이 여러 엔드포인트가 재사용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TDD — Red · Green · Refactor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727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테스트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46304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5727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06324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5727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57784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103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스토리마다 실패 테스트 먼저 작성 → 최소 구현 → 정리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64240" cy="2926080"/>
        </p:xfrm>
        <a:graphic>
          <a:graphicData uri="http://schemas.openxmlformats.org/drawingml/2006/table">
            <a:tbl>
              <a:tblPr/>
              <a:tblGrid>
                <a:gridCol w="4114800"/>
                <a:gridCol w="5486400"/>
                <a:gridCol w="1463040"/>
              </a:tblGrid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파일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대상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test_health.py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기동, 환경변수 검증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test_schemas.py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요청/응답 모델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test_session_store.py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세션·루프 카운트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test_prompt_service.py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 프롬프트 조합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test_claude_service.py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호출 + 컨텍스트 누적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test_routers.py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엔드포인트 4개 + 에러 처리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회고 — 배운 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→ PRD → Architecture → 구현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체인을 먼저 확정한 뒤 코딩에 들어가니, 스토리 단위로 AC가 명확해서 TDD가 자연스럽게 이어짐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328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라우터-서비스 분리의 가치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처음엔 과한 추상화로 느껴졌지만, 루프 제한 로직을 한 곳에서만 고치면 됐던 순간 효과를 체감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84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검증 = 분기 로직 대체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9136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모델이 "필수 정보 입력완료?" 같은 분기를 if문 없이 처리 — 코드량과 버그를 동시에 줄임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36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 검증 시점 분리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9651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로드 시 즉시 종료(sys.exit)는 테스트 수집을 깨뜨림 → lifespan 이벤트로 옮겨 해결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C8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TitleGen 포트폴리오</dc:title>
  <dc:subject>PptxGenJS Presentation</dc:subject>
  <dc:creator>박신원</dc:creator>
  <cp:lastModifiedBy>박신원</cp:lastModifiedBy>
  <cp:revision>1</cp:revision>
  <dcterms:created xsi:type="dcterms:W3CDTF">2026-06-30T07:34:50Z</dcterms:created>
  <dcterms:modified xsi:type="dcterms:W3CDTF">2026-06-30T07:34:50Z</dcterms:modified>
</cp:coreProperties>
</file>